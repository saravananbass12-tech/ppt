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556500" cy="5048250"/>
  <p:notesSz cx="7556500" cy="5048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1561020"/>
            <a:ext cx="6423025" cy="1057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2819908"/>
            <a:ext cx="5289550" cy="1258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1158176"/>
            <a:ext cx="3287077" cy="33234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1158176"/>
            <a:ext cx="3287077" cy="33234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201422"/>
            <a:ext cx="6800850" cy="8056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1158176"/>
            <a:ext cx="6800850" cy="33234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4683061"/>
            <a:ext cx="2418080" cy="251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4683061"/>
            <a:ext cx="1737995" cy="251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4683061"/>
            <a:ext cx="1737995" cy="251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5032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500" cy="49764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500" cy="50062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50377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03992" cy="49639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362" y="73794"/>
            <a:ext cx="6621776" cy="4890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50426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500" cy="49913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2026-07-22T10:52:45Z</dcterms:created>
  <dcterms:modified xsi:type="dcterms:W3CDTF">2026-07-22T10:52:45Z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2026-07-22T00:00:00Z</vt:filetime>
  </property>
  <property fmtid="{D5CDD505-2E9C-101B-9397-08002B2CF9AE}" pid="4" name="LastSaved">
    <vt:filetime>2026-07-22T00:00:00Z</vt:filetime>
  </property>
  <property fmtid="{D5CDD505-2E9C-101B-9397-08002B2CF9AE}" pid="5" name="Producer">
    <vt:lpwstr>3-Heights(TM) PDF Security Shell 4.8.25.2 (http://www.pdf-tools.com)</vt:lpwstr>
  </property>
</Properties>
</file>