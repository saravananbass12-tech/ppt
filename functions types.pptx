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556500" cy="5041900"/>
  <p:notesSz cx="7556500" cy="50419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67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1537398"/>
            <a:ext cx="6423025" cy="10414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2777236"/>
            <a:ext cx="5289550" cy="1239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1140650"/>
            <a:ext cx="3287077" cy="3273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1140650"/>
            <a:ext cx="3287077" cy="3273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198374"/>
            <a:ext cx="6800850" cy="793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1140650"/>
            <a:ext cx="6800850" cy="3273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4612195"/>
            <a:ext cx="2418080" cy="247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4612195"/>
            <a:ext cx="1737995" cy="247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4612195"/>
            <a:ext cx="1737995" cy="247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4953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48762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5024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508"/>
            <a:ext cx="7556499" cy="488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47712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191" cy="4926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94" y="0"/>
            <a:ext cx="7408911" cy="4806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94" y="39357"/>
            <a:ext cx="7408911" cy="4767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13" y="0"/>
            <a:ext cx="7403992" cy="488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499" cy="488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500" cy="50127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6500" cy="5026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𝚂𝙰𝚁𝙰𝚅𝙰𝙽𝙰𝙽.D</dc:creator>
  <cp:lastModifiedBy>D. Saravanan</cp:lastModifiedBy>
  <cp:revision>1</cp:revision>
  <dcterms:created xsi:type="dcterms:W3CDTF">2026-07-05T11:50:44Z</dcterms:created>
  <dcterms:modified xsi:type="dcterms:W3CDTF">2026-07-25T15:27:35Z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2026-07-05T00:00:00Z</vt:filetime>
  </property>
  <property fmtid="{D5CDD505-2E9C-101B-9397-08002B2CF9AE}" pid="3" name="LastSaved">
    <vt:filetime>2026-07-05T00:00:00Z</vt:filetime>
  </property>
  <property fmtid="{D5CDD505-2E9C-101B-9397-08002B2CF9AE}" pid="4" name="Producer">
    <vt:lpwstr>3-Heights(TM) PDF Security Shell 4.8.25.2 (http://www.pdf-tools.com)</vt:lpwstr>
  </property>
</Properties>
</file>